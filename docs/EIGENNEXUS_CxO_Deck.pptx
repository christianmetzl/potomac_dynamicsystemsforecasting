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D8EA"/>
                </a:solidFill>
                <a:latin typeface="Calibri"/>
              </a:rPr>
              <a:t>TEAM EIGENNEXUS  ·  GLOBAL INDUSTRY CHALLENGE 2026  ·  QBRAID × MITRE × JONESTRADING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CHIMERA-QRC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3000" b="0">
                <a:solidFill>
                  <a:srgbClr val="A9B4C8"/>
                </a:solidFill>
                <a:latin typeface="Calibri"/>
              </a:rPr>
              <a:t>The Honest Quantum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A9B4C8"/>
                </a:solidFill>
                <a:latin typeface="Calibri"/>
              </a:rPr>
              <a:t>Quantum reservoir computing for financial volatility — Track A.  </a:t>
            </a:r>
            <a:r>
              <a:rPr sz="1500" b="1">
                <a:solidFill>
                  <a:srgbClr val="FFFFFF"/>
                </a:solidFill>
                <a:latin typeface="Calibri"/>
              </a:rPr>
              <a:t>13 QPU campaigns · three vendors · four devices · every claim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Christian Metzl (Lead / Architect)   ·   Fares Eldibani (Data Science)   ·   Juan Manuel Aguiar Hualde (PhD Physics)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E7A90"/>
                </a:solidFill>
                <a:latin typeface="Calibri"/>
              </a:rPr>
              <a:t>Every number in this deck traces to a committed artifact and a platform-timestamped job record.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INSTRUMENT FIRST, THEN THE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we built — and what it shows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4FD8EA"/>
                </a:solidFill>
                <a:latin typeface="Calibri"/>
              </a:rPr>
              <a:t>1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reproduces the entire audit — offline, no credits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 pre-registered instrument: engine tests + hardware bootstrap + noise fingerprint, re-run in ~2 minutes with the network cut. Every hardware prediction was hash-committed to a prior commit before the data existed. This machine — not any single number — is the durable asset.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57C88B"/>
                </a:solidFill>
                <a:latin typeface="Calibri"/>
              </a:rPr>
              <a:t>3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retained quantum signal on real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Trapped-ion (IonQ) and two superconducting chips (IQM Garnet at n=10/12, IQM Emerald) executed our reservoir with signal intact — each bootstrapped verdict 9.7–23.9σ beyond shot noise, refuting our own pre-registered predictions under controls. Billing audited to the half-credit across ≈64k credits.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EB24C"/>
                </a:solidFill>
                <a:latin typeface="Calibri"/>
              </a:rPr>
              <a:t>$0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of measured quantum advantage for vol-forecasting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Across every fair, pre-registered test: parity at best, never advantage. After Holm nothing is significant either way and the 95% Model Confidence Set retains all models — a statistical tie, with the simplest classical model (HAR-X) the rational choice. The avoided-cost result, with receipts.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A9B4C8"/>
                </a:solidFill>
                <a:latin typeface="Calibri"/>
              </a:rPr>
              <a:t>The differentiator is not a claim — it is the audit machinery that makes every claim checkable.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FOUR DEVICES, THREE VENDORS, ONE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coherence wall, measured from both sides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4022053"/>
            <a:ext cx="1188720" cy="1052866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1115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IonQ Forte-1
n=8 · 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500 shots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9736" y="3364012"/>
            <a:ext cx="1188720" cy="1710907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95728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30531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IQM Emerald
n=8 · new 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465249"/>
            <a:ext cx="1188720" cy="1609670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95344" y="325180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2" y="315435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IQM Garnet
n=10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58968" y="3151414"/>
            <a:ext cx="1188720" cy="1923505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59" y="289747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284051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IQM Garnet
n=12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8584" y="3465249"/>
            <a:ext cx="1188720" cy="1609670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94576" y="3235604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7144" y="315435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 n=8
seed-1 (S7)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instance limit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2766713"/>
            <a:ext cx="1188720" cy="2308206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9419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45581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 n=8
seed-0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4 runs 0.222–0.231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57816" y="2817331"/>
            <a:ext cx="1188720" cy="2257588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93808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66376" y="2506435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9322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Rigetti Cep-1
n=8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93224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4k rep; 2k was 0.261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1655064"/>
            <a:ext cx="219456" cy="14630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58784" y="15910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signal-bearing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04120" y="1655064"/>
            <a:ext cx="219456" cy="146304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87584" y="15910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scrambled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929384"/>
            <a:ext cx="219456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58784" y="1819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size-matched depolarized limit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Bars: raw feature error vs the exact simulation (4,000 shots; IonQ 500). Below the white tick, the device retains the circuit's signal; above it, the output is statistically indistinguishable from a fully scrambled state. Every bootstrapped verdict (9 campaigns with committed counts) sits 9.7–23.9σ from its tick.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WHY THESE RESULTS SURVIVE HOSTILE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bought controls — and refuted our own predictions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Same-session anchor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901952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n=8 and n=12 interleaved on one chip, matching calibration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901952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effect is real for this instance — day-drift excluded by a rule committed before the data existed; S7 later localized it to the seed-0 instance, not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36391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00984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Same-window two-chip 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300984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Garnet and Emerald on the clock simultaneously, first jobs the same second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300984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generation effect is temporally controlled: newer chip signal-bearing at the size the older one scrambles.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35424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700016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EEB24C"/>
                </a:solidFill>
                <a:latin typeface="Calibri"/>
              </a:rPr>
              <a:t>4k-shot replication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700016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Rigetti re-run at double shots on a second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700016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Day-scale drift measured (~0.04) — larger than shot noise; regime claims, not point values, are the currency.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Scorecard of our own pre-registered statements:  </a:t>
            </a:r>
            <a:r>
              <a:rPr sz="1250" b="1">
                <a:solidFill>
                  <a:srgbClr val="FFFFFF"/>
                </a:solidFill>
                <a:latin typeface="Calibri"/>
              </a:rPr>
              <a:t>S1 · S2 · S3b refuted · S7 cross-seed refuted · S4 held</a:t>
            </a:r>
            <a:r>
              <a:rPr sz="1250" b="0">
                <a:solidFill>
                  <a:srgbClr val="A9B4C8"/>
                </a:solidFill>
                <a:latin typeface="Calibri"/>
              </a:rPr>
              <a:t> — four of our own pre-registered predictions falsified by controlled measurement, committed first, reported as measured.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WHAT THIS MEANS COMMERCIALLY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Five implications a board can act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37944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10512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No quantum spend on volatility forecasting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810512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Parity, never advantage, across crisis and calm — the avoided-cost result, in writing, with receipts.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24328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770632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Efficiency is a negative too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43200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On like-for-like accuracy (lower-is-better RMSE), the quantum reservoir saturates worst. Parity is the only surviving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57016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70332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675888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The readiness buffer just shrank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675888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Signal-bearing execution arrived on three devices — the pre-registered upside (S3 failing high) that we said would materially upgrade the outlook, and it did. Move from ignore to monitor.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9704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36008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08576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Spec-sheet procurement is unreliable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4608576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Gate-count heuristics mis-ranked both instances we measured on metal (n=2). Qualify hardware per workload, empirically — the mechanism is still open (H-EMBED pre-registered, unrun).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22392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568696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541264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Certainty is the 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541264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 pre-registered audit converts hype into policy at a known, small cost — and it is repeatable on demand.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AUDIT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Trust is engineered, not asserted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Pre-register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Predictions, budgets, abort and decision rules committed to the repo before execution — amendments timestamped per campaign.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Tag every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Each QPU job in every funded campaign embeds the repo commit hash in qBraid's records: a hash-preimage proof that predictions predate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37376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Audit every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60,698.25 org credits across 10 funded campaigns (64,048.25 incl. a disclosed personal-account anomaly), each at or under its pre-approved reservation; organizer-grade ledger with per-job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1744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0344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0344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Re-derive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0344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Bootstrap from committed raw counts re-derives the nine campaigns with committed counts (9.7–23.9σ).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Side effect of auditing the platform this hard: </a:t>
            </a:r>
            <a:r>
              <a:rPr sz="1250" b="1">
                <a:solidFill>
                  <a:srgbClr val="FFFFFF"/>
                </a:solidFill>
                <a:latin typeface="Calibri"/>
              </a:rPr>
              <a:t>two reproducible platform findings documented with reproduction bundles (plus one billing reconstruction, explicitly unconfirmed)</a:t>
            </a:r>
            <a:r>
              <a:rPr sz="1250" b="0">
                <a:solidFill>
                  <a:srgbClr val="A9B4C8"/>
                </a:solidFill>
                <a:latin typeface="Calibri"/>
              </a:rPr>
              <a:t> (silent negative-angle gate loss; a simulator anomaly; a billing-context fallback) — finding 3 not yet vendor-confirmed and labeled as our reconstruction. The audit made the ecosystem better while competing on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COMMITTED NEXT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Pre-registered research · commercial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PRE-REGISTERED, FALSIFIABLE, COSTED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77440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Hardware-in-the-loop forecast on the signal-bearing Emerald — degradation band computed before any run; 'does not beat HAR-X'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1129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Hardware-native dissipative reservoirs — the simulation's +60% autonomous-VPT mechanism, tested where damping is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451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S7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645152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EXECUTED (cross-seed control): an independent seed-1 n=8 instance is signal-bearing while seed-0 scrambles — refutes a size law (in the paper). The embedding arm (H-EMBED) remains pre-registered for future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37360"/>
            <a:ext cx="534924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COMMERCIAL LADDER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774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Audit-as-a-service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Vendor-neutral hardware qualification for a named workload — the rigged-to-be-honest exam, priced per campaign.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112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Tripwire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858768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Annual re-run of the sentinel harness: a few thousand credits to know when the answer changes.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451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Qualification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9262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Spec sheets demonstrably mislead; per-workload empirical qualification is now the defensible standard.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COMMERCIAL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sell trust in a quantum yes/no — evidenced by an instrument that falsifies itself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457200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OFFERING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774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What the client buys is a trustworthy yes/no: does a given QPU retain signal on their OWN circuit, before they commit budget? — credible because the same instrument publishes negatives about itself.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pre-registered predictions + decision rules, committed before any run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controlled measurement across vendors (same-session / same-window)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a report of what each QPU can and cannot do — every number re-derivable from raw data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proof it works: our own program qualified 5 configs signal-bearing, 2 scrambled — on the SAME circuit (chart, slide 3); a ~$70 single-device test run before you commit to a build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737360"/>
            <a:ext cx="3108960" cy="420624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COST BASIS (MEASURED)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395728"/>
            <a:ext cx="2697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Single-device qualification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~6,800 credits (~$70 QPU) → one report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Multi-vendor program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~64k credits (~$640 QPU) → 4 devices, controlled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These are our actual measured QPU costs (CREDIT_BUDGET.md).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Service fee is set per engagement; the value is the method + analysis, not the compute.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737360"/>
            <a:ext cx="301752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965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WHO BUYS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395728"/>
            <a:ext cx="2606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BEACHHEAD — a buy-side risk / quant desk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about to fund a quantum pilot: we tell them which device (if any) survives THEIR circuit — before they build.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EXPANSION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Hardware vendors (independent benchmarks) · CTO quantum-readiness diligence · public-sector assurance.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EEB24C"/>
                </a:solidFill>
                <a:latin typeface="Calibri"/>
              </a:rPr>
              <a:t>Honesty note: segments are target profiles, not signed customers. </a:t>
            </a:r>
            <a:r>
              <a:rPr sz="1100" b="0" i="1">
                <a:solidFill>
                  <a:srgbClr val="A9B4C8"/>
                </a:solidFill>
                <a:latin typeface="Calibri"/>
              </a:rPr>
              <a:t>Pilot LOIs are to be secured — none are claimed here.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Truth, timed and priced.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A9B4C8"/>
                </a:solidFill>
                <a:latin typeface="Calibri"/>
              </a:rPr>
              <a:t>An honest negative, a controlled surprise, and the machinery to keep both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Team EIGENNEXUS — Christian Metzl · Fares Eldibani · Juan Manuel Aguiar Hualde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Full evidence: submission repository (paper, findings, ledgers, job IDs, reproduction in one command).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 i="1">
                <a:solidFill>
                  <a:srgbClr val="6E7A90"/>
                </a:solidFill>
                <a:latin typeface="Calibri"/>
              </a:rPr>
              <a:t>Every number here is re-derivable from committed data; the pre-registered claims are additionally hash-committed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