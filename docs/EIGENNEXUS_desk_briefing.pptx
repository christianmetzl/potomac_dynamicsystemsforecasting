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not a trading model, an audit instrument. The honesty markers (no engagements, re-derivable numbers) are the differentiator, not disclaimers.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IonQ raw 0.1042 vs seed-0 n=8 limit 0.1958; Garnet anchor raw 0.2284. Sources: results/qpu_hardware_findings.md.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wall figure is Figure 3 of PHASE3_PAPER.pdf, regenerated by make_coherence_wall_fig.py from committed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Falsified: S1, S2, S3b, S7 cross-seed. Sources: results/qpu_hardware_findings.md, results/h_embed_outcome.md.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from results/AUDIT_ECONOMICS.md; ledger reconciles to the cent via cli.py run credit_audit.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chip is deliberate: the deck must never be quotable as claiming traction that does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expressivity_vs_accuracy.py (0/30), qpu_hardware_findings.md, platform_feedback_qbraid.md, h_embed_outcome.md.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verifiability: the deck's claims are the repo's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EIGENNEXUS  ·  CHIMERA-QRC  ·  GIC 2026 TRACK A  ·  FINANCIAL VOLATILITY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your quantum pilot buying signal — or noise?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procurement-grade audit instrument for QPU claims. Every number in this deck is a settled ledger entry or a committed measurement, re-derivable offline with one command and no API key.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70916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SIGNAL-BEARING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470916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7A1A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47091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69080" y="469087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verdicts this instrument issues — each carried at 9.7–23.9σ from committed raw counts.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the briefing we would bring to a first desk conversation. No customer engagements exist yet — that status is stated on every slide where it matters.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hardware returns numbers either 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Desks are being offered quantum volatility pilots today. The failure mode is silent: a QPU job that has lost all input information still returns a complete, numerically plausible feature vector.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output format distinguishes signal from noise. The distinction requires a measured reference — per device, per configuration, per problem instance.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test is one inequality: is the mean measured error smaller than the mean signal the features are supposed to carry (SNR &gt; 1)?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IonQ Forte-1, n=8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92240" y="22585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9224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vs limit 0.196 — about half the noise ceiling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40690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4069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SIGNAL-BEARING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0" y="16916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1F5FC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0" y="19202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IQM Garnet, n=8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0" y="22585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2688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 vs limit 0.196 — beyond the fully-depolarized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326880" y="40690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9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4069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jobs completed. Both returned 36 features. Both invoices settled. Only the audit tells them apart — the second would have entered a model pipeline as data.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Instance-matched depolarized limits, verdicts in 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floor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exact circuit and problem instance you run, compute mean |signal| — the error a fully-scrambled device would show. This is the depolarized limit: an instance property, not a device spec.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against it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114800" y="25603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identical circuit on metal with calibration, readout mitigation and ZNE. Score mean measured error against the limit — signal-bearing below it, scrambled at or beyond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93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566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confidence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 verdict from the committed raw shot counts. Across our nine campaigns with committed counts, every verdict sits 9.7–23.9σ from its threshold.</a:t>
            </a:r>
            <a:endParaRPr lang="en-US" sz="1250" dirty="0"/>
          </a:p>
        </p:txBody>
      </p:sp>
      <p:pic>
        <p:nvPicPr>
          <p:cNvPr id="16" name="Image 0" descr="/home/user/potomac_dynamicsystemsforecasting/figures/fig_coherence_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54880"/>
            <a:ext cx="11091672" cy="1463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coherence-budget wall across our hardware program: five configurations signal-bearing, two scrambled, each against its own instance-matched limit (black ticks). Figure committed in the Phase-3 paper.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on paid metal, against our own predictions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56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provenance-tagged QPU campaigns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org-funded + 3 free-credit, every job ID committed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562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4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/ devices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IonQ Forte-1, IQM Garnet &amp; Emerald, Rigetti Cepheus-1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221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9.7–23.9σ</a:t>
            </a:r>
            <a:endParaRPr lang="en-US" sz="37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per regime verdict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bootstrap from committed raw counts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6576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F1F5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8221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7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own pre-registered predictions falsified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thresholds first, hardware second, verdicts as measured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record: two reproducible platform findings reported upstream, a matched-pair device-outage control, and one mechanism question (H-EMBED) pre-registered, execute-ready and honestly open.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ECONOMICS — MEASURED, NOT MODELLED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audit costs vs. what it catches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1F5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cost us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$650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13-campaign, 4-device program (64,048.25 cr settled, at the ≈$14 / 1,380 cr rate we measurably paid). One device: $23–$213. Re-running every verdict offline: $0.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F1F5FC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flagged, on our own budget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29.3%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37960" y="29718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settled hardware spend — four campaigns, 18,793.25 cr ≈ $191 — returned plausible-looking features the instrument flagged as scrambled at ≥9.7σ. Five other configurations it certified signal-bearing on the same footing.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pilot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4-device audit (≈$650)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single-device audit (≈$69)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3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1264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know your pilot budget — this table is division, not a forecast. The asymmetry is the argument: the audit is a rounding error of any serious pilot; the failure it prevents costs the pilot.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WE ARE ASKING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two-week pilot, unpaid, on your workload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31720" y="1709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instance, our floor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715000" y="1664208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take one volatility workload from your desk, encode it with the committed protocol, and compute its instance-matched depolarized limits — before any hardware is bought.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29443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Metal, mitigated, measured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715000" y="2898648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execute the audited configurations on the shortlisted QPUs (typical cost per device: $23–$213 at the rates we paid), with calibration, readout mitigation, ZNE and committed abort rules.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554480" cy="100584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31720" y="41788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15000" y="4133088"/>
            <a:ext cx="5989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per-device/config SNR verdict with σ. A to-the-cent cost ledger. A written go/no-go memo you can hand to procurement — whichever way the verdict falls.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D97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6235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OFFER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56052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stated plainly: no customer engagements, pilots or LOIs exist today. This slide is the offer, not a track record.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— READ THIS SLIDE FIRST IF YOU READ ONLY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instrument does not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D97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alpha claim.  </a:t>
            </a:r>
            <a:pPr indent="0" marL="0">
              <a:buNone/>
            </a:pPr>
            <a:r>
              <a:rPr lang="en-US" sz="13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benchmark the classical HAR-X baseline won: 0 of 30 quantum reservoir instances beat it on crisis and calm windows simultaneously. We report that as headline, not footnote.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65760" cy="365760"/>
          </a:xfrm>
          <a:prstGeom prst="ellipse">
            <a:avLst/>
          </a:prstGeom>
          <a:solidFill>
            <a:srgbClr val="D97A1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6974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future-proofing.  </a:t>
            </a:r>
            <a:pPr indent="0" marL="0">
              <a:buNone/>
            </a:pPr>
            <a:r>
              <a:rPr lang="en-US" sz="13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verdict is per device, per configuration, per instance, per day. It prices today's hardware against your workload; it does not predict next year's.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D97A1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7490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replication yet.  </a:t>
            </a:r>
            <a:pPr indent="0" marL="0">
              <a:buNone/>
            </a:pPr>
            <a:r>
              <a:rPr lang="en-US" sz="13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so far is our own. The verification path is designed for third parties (offline, no key, one command) — but until someone outside the team runs it, that box is unchecked.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65760" cy="365760"/>
          </a:xfrm>
          <a:prstGeom prst="ellipse">
            <a:avLst/>
          </a:prstGeom>
          <a:solidFill>
            <a:srgbClr val="D97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8006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 findings await vendor confirmation.  </a:t>
            </a:r>
            <a:pPr indent="0" marL="0">
              <a:buNone/>
            </a:pPr>
            <a:r>
              <a:rPr lang="en-US" sz="1350" dirty="0">
                <a:solidFill>
                  <a:srgbClr val="223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reported upstream with committed reproduction scripts; both labelled as our observations until confirmed.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YOURSELF — NOTHING IN THIS DECK REQUIRES TRUSTING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minutes, offline, no account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10203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EIGENNEXUS_Challenge_Phase3.zip &amp;&amp; cd EIGENNEXUS_Challenge_Phase3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cli.py verify     # 24 engine tests + QASM self-test + credit audit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# + bootstrap CIs + noise fingerprint - all offline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build_paper.py    # regenerates the Phase-3 paper byte-for-source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ID, raw count, credit entry and verdict is committed in the repository. The audit run of 2026-07-26 extracted this exact zip into a clean directory with no API key and every check passed.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 — GIC 2026 (qBraid · MITRE · JonesTrading), Track A. Repository: github.com/christianmetzl/potomac_dynamicsystemsforecasting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8978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F7A6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97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SIGNAL-BEARING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3160" y="587959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verdict we want this deck to earn.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2026-07-26T16:38:11Z</dcterms:created>
  <dcterms:modified xsi:type="dcterms:W3CDTF">2026-07-26T16:38:11Z</dcterms:modified>
</cp:coreProperties>
</file>